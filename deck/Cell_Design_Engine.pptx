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earch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0100" y="1829693"/>
            <a:ext cx="5771257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erm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0100" y="1829693"/>
            <a:ext cx="10591800" cy="409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